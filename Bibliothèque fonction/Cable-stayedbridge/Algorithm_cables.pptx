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365C7-9D32-E1A8-CEEF-8573AF522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CB7BA-AA73-9B99-D43B-7BE50E387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B9686-E5C2-0C74-C383-58C5E8A79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EF85-670B-4F35-98FF-DA1FCB23819C}" type="datetimeFigureOut">
              <a:rPr lang="fr-CH" smtClean="0"/>
              <a:t>22.03.2024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D51BE-B8C0-3AC7-71BC-0ADA3F12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E7268-D9E6-7853-96B9-B9562DD2C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330B-18C7-476E-9DE4-04A8881230C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89925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BA917-4F2E-22E1-70D4-B19BBD6F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0971B-F7A4-BD6D-7BC7-16025EB6E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8F0F7-4D12-AF8F-A901-245476CA5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EF85-670B-4F35-98FF-DA1FCB23819C}" type="datetimeFigureOut">
              <a:rPr lang="fr-CH" smtClean="0"/>
              <a:t>22.03.2024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68734-9816-8CC3-80A2-741E6CAA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60A39-ADA0-BF57-CD90-C7143180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330B-18C7-476E-9DE4-04A8881230C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6687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F8AD-9717-EB88-C95D-5445167CE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84BAF-35BE-58B3-C394-1708E4AE1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7FB3C-CD30-43F7-7296-8EF24CA12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EF85-670B-4F35-98FF-DA1FCB23819C}" type="datetimeFigureOut">
              <a:rPr lang="fr-CH" smtClean="0"/>
              <a:t>22.03.2024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56122-43C1-0828-F02C-A84E5728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2652D-9026-7255-DCC3-AC4CF66A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330B-18C7-476E-9DE4-04A8881230C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68674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D7990-6EFA-EBC6-9634-59D0FCF50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9E37-A90C-3C8F-F305-D46647E5D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FD8F3-03B6-D6D8-8D93-8115F169B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B8F03-4203-8DBB-A89B-965F240B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EF85-670B-4F35-98FF-DA1FCB23819C}" type="datetimeFigureOut">
              <a:rPr lang="fr-CH" smtClean="0"/>
              <a:t>22.03.2024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95D51-5006-D0D7-9BB2-230EFE2A7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FDAD1-70F8-D2A5-86C2-07F4372FB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330B-18C7-476E-9DE4-04A8881230C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57294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B24E3-8C56-C514-EC80-0EB91D829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0C468-B8DC-34AE-432D-1DE6ED372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33633-6733-C293-5859-1EB89A2A9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B3003A-6EE0-556E-B1DD-370E421D7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9FEC4-76F5-9E9A-ADD8-A4ED26E92C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AA4042-A01D-114E-C957-3446D219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EF85-670B-4F35-98FF-DA1FCB23819C}" type="datetimeFigureOut">
              <a:rPr lang="fr-CH" smtClean="0"/>
              <a:t>22.03.2024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C8726-9561-DC13-E342-DEB16156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3EF97A-BCAD-1A81-9953-96ACD090E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330B-18C7-476E-9DE4-04A8881230C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8707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F90A-E9CF-0858-BBA9-5977C701E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B8DA4-EA93-6B1E-9660-96E0AF7B3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EF85-670B-4F35-98FF-DA1FCB23819C}" type="datetimeFigureOut">
              <a:rPr lang="fr-CH" smtClean="0"/>
              <a:t>22.03.2024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96F09-377C-C865-2554-0A81D633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B977D-D2C9-AB95-C150-9D435D48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330B-18C7-476E-9DE4-04A8881230C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39589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165538-5A41-DA0A-F7FE-4A73DFC7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EF85-670B-4F35-98FF-DA1FCB23819C}" type="datetimeFigureOut">
              <a:rPr lang="fr-CH" smtClean="0"/>
              <a:t>22.03.2024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130B0D-BBEE-F1C6-D2B4-1231B1321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C6FEC-163C-35DB-AD31-1EE358F5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330B-18C7-476E-9DE4-04A8881230C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1335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3B27-5F6B-76D5-06C9-412AE5212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4C7E4-1348-DD3E-1CA8-53D1AD01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88442F-43FF-A037-A745-251CFCD21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9C41C-FA6A-D4CF-FBB1-5A371B79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EF85-670B-4F35-98FF-DA1FCB23819C}" type="datetimeFigureOut">
              <a:rPr lang="fr-CH" smtClean="0"/>
              <a:t>22.03.2024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00D9A-E105-D45E-30C2-7C3C040C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E64BF-4EA3-59F1-BEF3-13FA358BE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330B-18C7-476E-9DE4-04A8881230C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48722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54E0F-8F1B-CC03-8275-F28AFF98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1AAB1C-AFFE-80EF-FB98-B94B5804E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0BF8A-8BAD-2CE8-5F5D-60AC1E3AA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F0014-DDF6-A58E-AFD4-FEE1A4ABF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EF85-670B-4F35-98FF-DA1FCB23819C}" type="datetimeFigureOut">
              <a:rPr lang="fr-CH" smtClean="0"/>
              <a:t>22.03.2024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9A2DD-2666-CCEF-B29D-B92BCC90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C3C3F-7E11-F872-CD31-C1C09EE5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330B-18C7-476E-9DE4-04A8881230C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0676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566B9-612B-EB61-47E5-79065D1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8CA18-7AF2-8C48-9E90-B2A2E411A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CFBE6-4A87-95DC-ED72-1D1F9488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EF85-670B-4F35-98FF-DA1FCB23819C}" type="datetimeFigureOut">
              <a:rPr lang="fr-CH" smtClean="0"/>
              <a:t>22.03.2024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65E87-E6A4-A004-A797-95C9FEDC8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3BA6F-C5FA-AF2A-92CD-8E57F042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330B-18C7-476E-9DE4-04A8881230C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36158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559521-9A7F-F6F5-1C43-03DB2F1D0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3535B-C993-02BF-5BB0-96B146303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D005A-D94A-7BB5-3597-3F69B544E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EF85-670B-4F35-98FF-DA1FCB23819C}" type="datetimeFigureOut">
              <a:rPr lang="fr-CH" smtClean="0"/>
              <a:t>22.03.2024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044AB-C6EA-5330-1FA1-74BC3C50E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92B38-BD3C-CA44-04FC-D5680850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330B-18C7-476E-9DE4-04A8881230C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7421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BF4A97-1901-6314-70F6-A4E4B0965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3B958-F380-D891-571E-8EC764A81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91DB1-62D1-7AB2-6315-1564E956B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2EF85-670B-4F35-98FF-DA1FCB23819C}" type="datetimeFigureOut">
              <a:rPr lang="fr-CH" smtClean="0"/>
              <a:t>22.03.2024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AFDC2-9644-3484-8B18-B06AC8D93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10AE8-230A-03C7-6979-9C7EB2A2C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8330B-18C7-476E-9DE4-04A8881230C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101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5">
            <a:extLst>
              <a:ext uri="{FF2B5EF4-FFF2-40B4-BE49-F238E27FC236}">
                <a16:creationId xmlns:a16="http://schemas.microsoft.com/office/drawing/2014/main" id="{8F970694-7F29-7EAF-6316-7257CD75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D87DE5-1FB3-44CE-A154-28CD7B7BD7BB}" type="slidenum">
              <a:rPr lang="fr-CH" smtClean="0"/>
              <a:pPr/>
              <a:t>1</a:t>
            </a:fld>
            <a:endParaRPr lang="fr-CH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2F14CD-34A0-8482-AFDC-E29D45479451}"/>
              </a:ext>
            </a:extLst>
          </p:cNvPr>
          <p:cNvGrpSpPr/>
          <p:nvPr/>
        </p:nvGrpSpPr>
        <p:grpSpPr>
          <a:xfrm>
            <a:off x="315066" y="183819"/>
            <a:ext cx="15509121" cy="5974625"/>
            <a:chOff x="315066" y="183819"/>
            <a:chExt cx="15509121" cy="597462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3C27FB-D2A2-F10F-0AEE-3466530B8AF1}"/>
                </a:ext>
              </a:extLst>
            </p:cNvPr>
            <p:cNvGrpSpPr/>
            <p:nvPr/>
          </p:nvGrpSpPr>
          <p:grpSpPr>
            <a:xfrm>
              <a:off x="1004298" y="183819"/>
              <a:ext cx="1880955" cy="432000"/>
              <a:chOff x="1004298" y="183819"/>
              <a:chExt cx="1884923" cy="475044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FD2E64BB-D777-6DAF-06A3-CF1CA2B4561B}"/>
                  </a:ext>
                </a:extLst>
              </p:cNvPr>
              <p:cNvSpPr/>
              <p:nvPr/>
            </p:nvSpPr>
            <p:spPr>
              <a:xfrm>
                <a:off x="1004298" y="183819"/>
                <a:ext cx="1731645" cy="4750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0C3502BD-A1E2-4032-8FFA-F22C1C6B540C}"/>
                  </a:ext>
                </a:extLst>
              </p:cNvPr>
              <p:cNvSpPr txBox="1"/>
              <p:nvPr/>
            </p:nvSpPr>
            <p:spPr>
              <a:xfrm>
                <a:off x="1157578" y="282840"/>
                <a:ext cx="1731643" cy="287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H" sz="11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perm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× </a:t>
                </a:r>
                <a:r>
                  <a:rPr lang="fr-CH" sz="11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câbles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fr-CH" sz="1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</a:t>
                </a:r>
                <a:r>
                  <a:rPr lang="fr-CH" sz="11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q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fr-CH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E54EE93-4519-17AB-D861-E15A2DBEAE7A}"/>
                </a:ext>
              </a:extLst>
            </p:cNvPr>
            <p:cNvCxnSpPr>
              <a:cxnSpLocks/>
              <a:stCxn id="116" idx="2"/>
              <a:endCxn id="114" idx="0"/>
            </p:cNvCxnSpPr>
            <p:nvPr/>
          </p:nvCxnSpPr>
          <p:spPr>
            <a:xfrm>
              <a:off x="1868298" y="615819"/>
              <a:ext cx="0" cy="67299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2CD6864-4DA8-BDF6-690B-DE4B55387948}"/>
                </a:ext>
              </a:extLst>
            </p:cNvPr>
            <p:cNvGrpSpPr/>
            <p:nvPr/>
          </p:nvGrpSpPr>
          <p:grpSpPr>
            <a:xfrm>
              <a:off x="1004298" y="1288815"/>
              <a:ext cx="1728000" cy="468000"/>
              <a:chOff x="1034778" y="1288815"/>
              <a:chExt cx="1731645" cy="475044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22CB4C1C-57B5-03D6-027F-22946BD85FE3}"/>
                  </a:ext>
                </a:extLst>
              </p:cNvPr>
              <p:cNvSpPr/>
              <p:nvPr/>
            </p:nvSpPr>
            <p:spPr>
              <a:xfrm>
                <a:off x="1034778" y="1288815"/>
                <a:ext cx="1731645" cy="4750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D05BA0E0-50FD-3107-1B67-4D43A994F5C6}"/>
                  </a:ext>
                </a:extLst>
              </p:cNvPr>
              <p:cNvSpPr txBox="1"/>
              <p:nvPr/>
            </p:nvSpPr>
            <p:spPr>
              <a:xfrm>
                <a:off x="1247866" y="1387838"/>
                <a:ext cx="1305469" cy="265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/(f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× </a:t>
                </a:r>
                <a:r>
                  <a:rPr lang="fr-CH" sz="11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ED6733-68C0-45E0-8436-31D479690BE1}"/>
                </a:ext>
              </a:extLst>
            </p:cNvPr>
            <p:cNvSpPr txBox="1"/>
            <p:nvPr/>
          </p:nvSpPr>
          <p:spPr>
            <a:xfrm>
              <a:off x="4432829" y="2442747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Faux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8D1466-3A3D-024B-AAAC-37EE8A165A85}"/>
                </a:ext>
              </a:extLst>
            </p:cNvPr>
            <p:cNvSpPr txBox="1"/>
            <p:nvPr/>
          </p:nvSpPr>
          <p:spPr>
            <a:xfrm>
              <a:off x="14347334" y="4208739"/>
              <a:ext cx="4979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/>
                <a:t>False</a:t>
              </a: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D82C6EB4-5F13-8B02-208C-D05CBA36F996}"/>
                </a:ext>
              </a:extLst>
            </p:cNvPr>
            <p:cNvSpPr/>
            <p:nvPr/>
          </p:nvSpPr>
          <p:spPr>
            <a:xfrm>
              <a:off x="4432829" y="886483"/>
              <a:ext cx="720000" cy="720000"/>
            </a:xfrm>
            <a:prstGeom prst="arc">
              <a:avLst>
                <a:gd name="adj1" fmla="val 5259783"/>
                <a:gd name="adj2" fmla="val 2091032"/>
              </a:avLst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736CC1C-B98C-AC6E-B756-690C31DDAFCC}"/>
                </a:ext>
              </a:extLst>
            </p:cNvPr>
            <p:cNvSpPr txBox="1"/>
            <p:nvPr/>
          </p:nvSpPr>
          <p:spPr>
            <a:xfrm rot="16200000">
              <a:off x="3752984" y="1011334"/>
              <a:ext cx="101801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CH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Câbles 1 à </a:t>
              </a:r>
              <a:r>
                <a:rPr lang="fr-CH" sz="1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E5A72B7-47EB-6A34-FC36-1FAF16C56B1B}"/>
                </a:ext>
              </a:extLst>
            </p:cNvPr>
            <p:cNvCxnSpPr>
              <a:cxnSpLocks/>
              <a:stCxn id="114" idx="2"/>
            </p:cNvCxnSpPr>
            <p:nvPr/>
          </p:nvCxnSpPr>
          <p:spPr>
            <a:xfrm flipH="1">
              <a:off x="1868297" y="1756815"/>
              <a:ext cx="1" cy="47919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85380CF-58E2-BE45-D065-F418CD19ED9B}"/>
                </a:ext>
              </a:extLst>
            </p:cNvPr>
            <p:cNvGrpSpPr/>
            <p:nvPr/>
          </p:nvGrpSpPr>
          <p:grpSpPr>
            <a:xfrm>
              <a:off x="1001985" y="2242179"/>
              <a:ext cx="1728000" cy="917982"/>
              <a:chOff x="997835" y="2259810"/>
              <a:chExt cx="1728000" cy="1080000"/>
            </a:xfrm>
          </p:grpSpPr>
          <p:sp>
            <p:nvSpPr>
              <p:cNvPr id="111" name="Diamond 110">
                <a:extLst>
                  <a:ext uri="{FF2B5EF4-FFF2-40B4-BE49-F238E27FC236}">
                    <a16:creationId xmlns:a16="http://schemas.microsoft.com/office/drawing/2014/main" id="{C94A59C7-32BD-5C22-0907-EB91A7657B9E}"/>
                  </a:ext>
                </a:extLst>
              </p:cNvPr>
              <p:cNvSpPr/>
              <p:nvPr/>
            </p:nvSpPr>
            <p:spPr>
              <a:xfrm>
                <a:off x="997835" y="2259810"/>
                <a:ext cx="1728000" cy="1080000"/>
              </a:xfrm>
              <a:prstGeom prst="diamond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DAE41BC-8F47-3D3F-F22F-FE8FBADDD305}"/>
                  </a:ext>
                </a:extLst>
              </p:cNvPr>
              <p:cNvSpPr txBox="1"/>
              <p:nvPr/>
            </p:nvSpPr>
            <p:spPr>
              <a:xfrm>
                <a:off x="1343150" y="2404927"/>
                <a:ext cx="1306102" cy="706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while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fr-CH" sz="11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s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</a:t>
                </a:r>
                <a:r>
                  <a:rPr lang="fr-CH" sz="1100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algn="ctr"/>
                <a:r>
                  <a:rPr lang="fr-CH" sz="11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s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fr-CH" sz="11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D1F3BA6-4091-09D9-B656-C0ED233F5E97}"/>
                  </a:ext>
                </a:extLst>
              </p:cNvPr>
              <p:cNvSpPr txBox="1"/>
              <p:nvPr/>
            </p:nvSpPr>
            <p:spPr>
              <a:xfrm>
                <a:off x="1281380" y="2700169"/>
                <a:ext cx="541207" cy="307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CH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  <a:endParaRPr lang="fr-CH" sz="1100" b="1" dirty="0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BDCB389-43F8-3705-04E4-659CBA91CC7C}"/>
                </a:ext>
              </a:extLst>
            </p:cNvPr>
            <p:cNvSpPr txBox="1"/>
            <p:nvPr/>
          </p:nvSpPr>
          <p:spPr>
            <a:xfrm>
              <a:off x="1871065" y="1887980"/>
              <a:ext cx="7344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Exécuter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DCF7EEF-CBB4-0C0C-236B-EB8394081FE8}"/>
                </a:ext>
              </a:extLst>
            </p:cNvPr>
            <p:cNvCxnSpPr>
              <a:cxnSpLocks/>
              <a:stCxn id="111" idx="2"/>
            </p:cNvCxnSpPr>
            <p:nvPr/>
          </p:nvCxnSpPr>
          <p:spPr>
            <a:xfrm>
              <a:off x="1865985" y="3160161"/>
              <a:ext cx="0" cy="53933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7292436-1A67-A3AC-EBE2-91B9F247229D}"/>
                </a:ext>
              </a:extLst>
            </p:cNvPr>
            <p:cNvGrpSpPr/>
            <p:nvPr/>
          </p:nvGrpSpPr>
          <p:grpSpPr>
            <a:xfrm>
              <a:off x="1007065" y="3701529"/>
              <a:ext cx="1728000" cy="918000"/>
              <a:chOff x="997835" y="2259810"/>
              <a:chExt cx="1728000" cy="1080000"/>
            </a:xfrm>
          </p:grpSpPr>
          <p:sp>
            <p:nvSpPr>
              <p:cNvPr id="109" name="Diamond 108">
                <a:extLst>
                  <a:ext uri="{FF2B5EF4-FFF2-40B4-BE49-F238E27FC236}">
                    <a16:creationId xmlns:a16="http://schemas.microsoft.com/office/drawing/2014/main" id="{AF718124-B63F-63C3-CBED-AB121420B9EE}"/>
                  </a:ext>
                </a:extLst>
              </p:cNvPr>
              <p:cNvSpPr/>
              <p:nvPr/>
            </p:nvSpPr>
            <p:spPr>
              <a:xfrm>
                <a:off x="997835" y="2259810"/>
                <a:ext cx="1728000" cy="1080000"/>
              </a:xfrm>
              <a:prstGeom prst="diamond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87F9A8D4-6CAE-87D2-4806-753F60E31DF3}"/>
                  </a:ext>
                </a:extLst>
              </p:cNvPr>
              <p:cNvSpPr txBox="1"/>
              <p:nvPr/>
            </p:nvSpPr>
            <p:spPr>
              <a:xfrm>
                <a:off x="1288071" y="2508703"/>
                <a:ext cx="1306102" cy="506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fr-CH" sz="11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s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</a:t>
                </a:r>
                <a:r>
                  <a:rPr lang="fr-CH" sz="1100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995F81A-B8A4-C528-78DB-C2532A36F6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2088" y="4620989"/>
              <a:ext cx="1" cy="47919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71DFC7A-8A47-AB07-98F5-ED7B6BB3324A}"/>
                </a:ext>
              </a:extLst>
            </p:cNvPr>
            <p:cNvGrpSpPr/>
            <p:nvPr/>
          </p:nvGrpSpPr>
          <p:grpSpPr>
            <a:xfrm>
              <a:off x="1012309" y="5090538"/>
              <a:ext cx="1728000" cy="468000"/>
              <a:chOff x="1034778" y="1288815"/>
              <a:chExt cx="1731645" cy="475044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6A9AD347-1258-3A66-1898-FEE605530E86}"/>
                  </a:ext>
                </a:extLst>
              </p:cNvPr>
              <p:cNvSpPr/>
              <p:nvPr/>
            </p:nvSpPr>
            <p:spPr>
              <a:xfrm>
                <a:off x="1034778" y="1288815"/>
                <a:ext cx="1731645" cy="4750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A6722E9-E901-489E-BCE8-CF845A9C6FDB}"/>
                  </a:ext>
                </a:extLst>
              </p:cNvPr>
              <p:cNvSpPr txBox="1"/>
              <p:nvPr/>
            </p:nvSpPr>
            <p:spPr>
              <a:xfrm>
                <a:off x="1247866" y="1387838"/>
                <a:ext cx="1398705" cy="265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×(</a:t>
                </a:r>
                <a:r>
                  <a:rPr lang="fr-CH" sz="1100" i="1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fr-CH" sz="11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F11698D-1243-9405-EB06-413D49CBF5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732" y="5355899"/>
              <a:ext cx="62657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CF30E6F-BA25-F3B3-822E-51CDA6A525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191" y="2698437"/>
              <a:ext cx="0" cy="314356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AD8C680-C36B-9A1B-FD42-0D9A5CD6B745}"/>
                </a:ext>
              </a:extLst>
            </p:cNvPr>
            <p:cNvCxnSpPr>
              <a:cxnSpLocks/>
            </p:cNvCxnSpPr>
            <p:nvPr/>
          </p:nvCxnSpPr>
          <p:spPr>
            <a:xfrm>
              <a:off x="387136" y="2698437"/>
              <a:ext cx="6148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04BDD38-81CF-40DD-95D2-B7CA6EB33A42}"/>
                </a:ext>
              </a:extLst>
            </p:cNvPr>
            <p:cNvGrpSpPr/>
            <p:nvPr/>
          </p:nvGrpSpPr>
          <p:grpSpPr>
            <a:xfrm>
              <a:off x="3357858" y="3708108"/>
              <a:ext cx="1728000" cy="918000"/>
              <a:chOff x="997835" y="2259810"/>
              <a:chExt cx="1728000" cy="1080000"/>
            </a:xfrm>
          </p:grpSpPr>
          <p:sp>
            <p:nvSpPr>
              <p:cNvPr id="105" name="Diamond 104">
                <a:extLst>
                  <a:ext uri="{FF2B5EF4-FFF2-40B4-BE49-F238E27FC236}">
                    <a16:creationId xmlns:a16="http://schemas.microsoft.com/office/drawing/2014/main" id="{A4D25FC8-6E54-7E9B-DC47-9B6EACB1DE29}"/>
                  </a:ext>
                </a:extLst>
              </p:cNvPr>
              <p:cNvSpPr/>
              <p:nvPr/>
            </p:nvSpPr>
            <p:spPr>
              <a:xfrm>
                <a:off x="997835" y="2259810"/>
                <a:ext cx="1728000" cy="1080000"/>
              </a:xfrm>
              <a:prstGeom prst="diamond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03A4D725-26E1-CBEE-F564-87EB2A198D4B}"/>
                  </a:ext>
                </a:extLst>
              </p:cNvPr>
              <p:cNvSpPr txBox="1"/>
              <p:nvPr/>
            </p:nvSpPr>
            <p:spPr>
              <a:xfrm>
                <a:off x="1288071" y="2508703"/>
                <a:ext cx="1306102" cy="506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fr-CH" sz="11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s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&lt; </a:t>
                </a:r>
                <a:r>
                  <a:rPr lang="fr-CH" sz="11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99DA978-4E2E-6CDC-B9E3-0B3F38B04363}"/>
                </a:ext>
              </a:extLst>
            </p:cNvPr>
            <p:cNvCxnSpPr>
              <a:cxnSpLocks/>
            </p:cNvCxnSpPr>
            <p:nvPr/>
          </p:nvCxnSpPr>
          <p:spPr>
            <a:xfrm>
              <a:off x="2744314" y="4156817"/>
              <a:ext cx="6148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1FAC433-2785-D4BB-9C70-60CBB1A902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7897" y="4633555"/>
              <a:ext cx="1" cy="47919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7FF56E0-33C7-7F54-FC8D-45927542407B}"/>
                </a:ext>
              </a:extLst>
            </p:cNvPr>
            <p:cNvGrpSpPr/>
            <p:nvPr/>
          </p:nvGrpSpPr>
          <p:grpSpPr>
            <a:xfrm>
              <a:off x="3351472" y="5090538"/>
              <a:ext cx="1728000" cy="468000"/>
              <a:chOff x="1034778" y="1288815"/>
              <a:chExt cx="1731645" cy="475044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437C2BA8-ED6F-BBB3-0871-8F9095330696}"/>
                  </a:ext>
                </a:extLst>
              </p:cNvPr>
              <p:cNvSpPr/>
              <p:nvPr/>
            </p:nvSpPr>
            <p:spPr>
              <a:xfrm>
                <a:off x="1034778" y="1288815"/>
                <a:ext cx="1731645" cy="4750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F3AAAED-3742-2D55-F447-DEBAD1E93257}"/>
                  </a:ext>
                </a:extLst>
              </p:cNvPr>
              <p:cNvSpPr txBox="1"/>
              <p:nvPr/>
            </p:nvSpPr>
            <p:spPr>
              <a:xfrm>
                <a:off x="1247866" y="1387838"/>
                <a:ext cx="1398705" cy="265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×(</a:t>
                </a:r>
                <a:r>
                  <a:rPr lang="fr-CH" sz="1100" i="1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fr-CH" sz="11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1C02418-B254-A15B-F005-C63F226221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488" y="5842000"/>
              <a:ext cx="384137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B480C8B-2F4F-4CF6-86FD-74DF10BDC680}"/>
                </a:ext>
              </a:extLst>
            </p:cNvPr>
            <p:cNvCxnSpPr>
              <a:cxnSpLocks/>
            </p:cNvCxnSpPr>
            <p:nvPr/>
          </p:nvCxnSpPr>
          <p:spPr>
            <a:xfrm>
              <a:off x="4222646" y="5569732"/>
              <a:ext cx="0" cy="272268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E8FB13D-5308-7B4E-FE70-5AE640358793}"/>
                </a:ext>
              </a:extLst>
            </p:cNvPr>
            <p:cNvCxnSpPr>
              <a:cxnSpLocks/>
            </p:cNvCxnSpPr>
            <p:nvPr/>
          </p:nvCxnSpPr>
          <p:spPr>
            <a:xfrm>
              <a:off x="2729985" y="2698437"/>
              <a:ext cx="422453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E014264-3A21-2797-927D-AFFAE2EAC2F8}"/>
                </a:ext>
              </a:extLst>
            </p:cNvPr>
            <p:cNvGrpSpPr/>
            <p:nvPr/>
          </p:nvGrpSpPr>
          <p:grpSpPr>
            <a:xfrm>
              <a:off x="6948228" y="2244834"/>
              <a:ext cx="1728000" cy="917982"/>
              <a:chOff x="997835" y="2259810"/>
              <a:chExt cx="1728000" cy="1080000"/>
            </a:xfrm>
          </p:grpSpPr>
          <p:sp>
            <p:nvSpPr>
              <p:cNvPr id="101" name="Diamond 100">
                <a:extLst>
                  <a:ext uri="{FF2B5EF4-FFF2-40B4-BE49-F238E27FC236}">
                    <a16:creationId xmlns:a16="http://schemas.microsoft.com/office/drawing/2014/main" id="{7A86E863-C9E6-3F61-A67B-1BC80F655A2A}"/>
                  </a:ext>
                </a:extLst>
              </p:cNvPr>
              <p:cNvSpPr/>
              <p:nvPr/>
            </p:nvSpPr>
            <p:spPr>
              <a:xfrm>
                <a:off x="997835" y="2259810"/>
                <a:ext cx="1728000" cy="1080000"/>
              </a:xfrm>
              <a:prstGeom prst="diamond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3DA7281-F3A4-C394-956D-D6B3D75DC8BD}"/>
                  </a:ext>
                </a:extLst>
              </p:cNvPr>
              <p:cNvSpPr txBox="1"/>
              <p:nvPr/>
            </p:nvSpPr>
            <p:spPr>
              <a:xfrm>
                <a:off x="1262023" y="2532162"/>
                <a:ext cx="1306102" cy="706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</a:p>
              <a:p>
                <a:pPr algn="ctr"/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fr-CH" sz="1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iterations</a:t>
                </a:r>
                <a:r>
                  <a:rPr lang="fr-CH" sz="1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endParaRPr lang="fr-CH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fr-CH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B47AA97-B308-FB02-0D2D-0732B11B294F}"/>
                </a:ext>
              </a:extLst>
            </p:cNvPr>
            <p:cNvCxnSpPr>
              <a:cxnSpLocks/>
            </p:cNvCxnSpPr>
            <p:nvPr/>
          </p:nvCxnSpPr>
          <p:spPr>
            <a:xfrm>
              <a:off x="7820694" y="3168778"/>
              <a:ext cx="0" cy="53933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C7D2EB6-43C2-E547-ECAB-AA4C8044EDF9}"/>
                </a:ext>
              </a:extLst>
            </p:cNvPr>
            <p:cNvGrpSpPr/>
            <p:nvPr/>
          </p:nvGrpSpPr>
          <p:grpSpPr>
            <a:xfrm>
              <a:off x="6959856" y="3708108"/>
              <a:ext cx="1728000" cy="918000"/>
              <a:chOff x="997835" y="2259810"/>
              <a:chExt cx="1728000" cy="1080000"/>
            </a:xfrm>
          </p:grpSpPr>
          <p:sp>
            <p:nvSpPr>
              <p:cNvPr id="99" name="Diamond 98">
                <a:extLst>
                  <a:ext uri="{FF2B5EF4-FFF2-40B4-BE49-F238E27FC236}">
                    <a16:creationId xmlns:a16="http://schemas.microsoft.com/office/drawing/2014/main" id="{A263EEE4-7506-DDB8-1ED7-1107BB058EB9}"/>
                  </a:ext>
                </a:extLst>
              </p:cNvPr>
              <p:cNvSpPr/>
              <p:nvPr/>
            </p:nvSpPr>
            <p:spPr>
              <a:xfrm>
                <a:off x="997835" y="2259810"/>
                <a:ext cx="1728000" cy="1080000"/>
              </a:xfrm>
              <a:prstGeom prst="diamond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2A4E1D3-5297-778C-A704-E9B836C68BF3}"/>
                  </a:ext>
                </a:extLst>
              </p:cNvPr>
              <p:cNvSpPr txBox="1"/>
              <p:nvPr/>
            </p:nvSpPr>
            <p:spPr>
              <a:xfrm>
                <a:off x="1288071" y="2508703"/>
                <a:ext cx="1306102" cy="506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fr-CH" sz="1100" i="1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d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-</a:t>
                </a:r>
                <a:r>
                  <a:rPr lang="fr-CH" sz="11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d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max,j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9BB8B7B-F739-7226-2C06-1DAF776C9739}"/>
                </a:ext>
              </a:extLst>
            </p:cNvPr>
            <p:cNvCxnSpPr>
              <a:cxnSpLocks/>
              <a:stCxn id="99" idx="2"/>
            </p:cNvCxnSpPr>
            <p:nvPr/>
          </p:nvCxnSpPr>
          <p:spPr>
            <a:xfrm>
              <a:off x="7823856" y="4626108"/>
              <a:ext cx="0" cy="47323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D6A88A9-C503-671B-0E8E-E6BECB32FC41}"/>
                </a:ext>
              </a:extLst>
            </p:cNvPr>
            <p:cNvGrpSpPr/>
            <p:nvPr/>
          </p:nvGrpSpPr>
          <p:grpSpPr>
            <a:xfrm>
              <a:off x="6958130" y="5090506"/>
              <a:ext cx="1728000" cy="468000"/>
              <a:chOff x="1034778" y="1288815"/>
              <a:chExt cx="1731645" cy="475044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7DAB339A-B1BE-F020-C02D-8581499D47E6}"/>
                  </a:ext>
                </a:extLst>
              </p:cNvPr>
              <p:cNvSpPr/>
              <p:nvPr/>
            </p:nvSpPr>
            <p:spPr>
              <a:xfrm>
                <a:off x="1034778" y="1288815"/>
                <a:ext cx="1731645" cy="4750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7DB5277-8CC1-909C-6A23-39A0BD2EA456}"/>
                  </a:ext>
                </a:extLst>
              </p:cNvPr>
              <p:cNvSpPr txBox="1"/>
              <p:nvPr/>
            </p:nvSpPr>
            <p:spPr>
              <a:xfrm>
                <a:off x="1247866" y="1387838"/>
                <a:ext cx="1398705" cy="265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×|</a:t>
                </a:r>
                <a:r>
                  <a:rPr lang="fr-CH" sz="11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d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max,j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fr-CH" sz="1100" i="1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d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endParaRPr lang="fr-CH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AB6AD67-C06C-5440-BE8D-E521C5108E16}"/>
                </a:ext>
              </a:extLst>
            </p:cNvPr>
            <p:cNvCxnSpPr>
              <a:cxnSpLocks/>
            </p:cNvCxnSpPr>
            <p:nvPr/>
          </p:nvCxnSpPr>
          <p:spPr>
            <a:xfrm>
              <a:off x="8686130" y="4169648"/>
              <a:ext cx="6148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8E8B14D-3423-7673-D8B6-1B7495B316D6}"/>
                </a:ext>
              </a:extLst>
            </p:cNvPr>
            <p:cNvGrpSpPr/>
            <p:nvPr/>
          </p:nvGrpSpPr>
          <p:grpSpPr>
            <a:xfrm>
              <a:off x="9302969" y="3708108"/>
              <a:ext cx="1728000" cy="918000"/>
              <a:chOff x="997835" y="2259810"/>
              <a:chExt cx="1728000" cy="1080000"/>
            </a:xfrm>
          </p:grpSpPr>
          <p:sp>
            <p:nvSpPr>
              <p:cNvPr id="95" name="Diamond 94">
                <a:extLst>
                  <a:ext uri="{FF2B5EF4-FFF2-40B4-BE49-F238E27FC236}">
                    <a16:creationId xmlns:a16="http://schemas.microsoft.com/office/drawing/2014/main" id="{ECFC3F46-457C-60FE-1E38-462BC5C92E33}"/>
                  </a:ext>
                </a:extLst>
              </p:cNvPr>
              <p:cNvSpPr/>
              <p:nvPr/>
            </p:nvSpPr>
            <p:spPr>
              <a:xfrm>
                <a:off x="997835" y="2259810"/>
                <a:ext cx="1728000" cy="1080000"/>
              </a:xfrm>
              <a:prstGeom prst="diamond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7336E21-A062-4FD3-BB91-8CC607F3CB0C}"/>
                  </a:ext>
                </a:extLst>
              </p:cNvPr>
              <p:cNvSpPr txBox="1"/>
              <p:nvPr/>
            </p:nvSpPr>
            <p:spPr>
              <a:xfrm>
                <a:off x="1288071" y="2508703"/>
                <a:ext cx="1306102" cy="506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fr-CH" sz="1100" i="1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d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</a:t>
                </a:r>
                <a:r>
                  <a:rPr lang="fr-CH" sz="11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d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max,j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2CB1192-5F79-90BF-2B6D-30038632CB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66969" y="4633555"/>
              <a:ext cx="0" cy="434399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784D5F0-AD9D-D8BD-69AA-226A5D4A5A21}"/>
                </a:ext>
              </a:extLst>
            </p:cNvPr>
            <p:cNvGrpSpPr/>
            <p:nvPr/>
          </p:nvGrpSpPr>
          <p:grpSpPr>
            <a:xfrm>
              <a:off x="9267784" y="5090506"/>
              <a:ext cx="1728000" cy="468000"/>
              <a:chOff x="1034778" y="1288815"/>
              <a:chExt cx="1731645" cy="475044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A3A0E295-58B5-4BC6-BF49-53C4CAC58429}"/>
                  </a:ext>
                </a:extLst>
              </p:cNvPr>
              <p:cNvSpPr/>
              <p:nvPr/>
            </p:nvSpPr>
            <p:spPr>
              <a:xfrm>
                <a:off x="1034778" y="1288815"/>
                <a:ext cx="1731645" cy="4750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7F05822-3110-2CC2-FC57-2FA12739BDE5}"/>
                  </a:ext>
                </a:extLst>
              </p:cNvPr>
              <p:cNvSpPr txBox="1"/>
              <p:nvPr/>
            </p:nvSpPr>
            <p:spPr>
              <a:xfrm>
                <a:off x="1247866" y="1387838"/>
                <a:ext cx="1398705" cy="265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 |</a:t>
                </a:r>
                <a:r>
                  <a:rPr lang="fr-CH" sz="1100" i="1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d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fr-CH" sz="11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d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max,j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endParaRPr lang="fr-CH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D7476A8-89C8-5AD2-1FB6-2B99BDBFE135}"/>
                </a:ext>
              </a:extLst>
            </p:cNvPr>
            <p:cNvCxnSpPr>
              <a:cxnSpLocks/>
            </p:cNvCxnSpPr>
            <p:nvPr/>
          </p:nvCxnSpPr>
          <p:spPr>
            <a:xfrm>
              <a:off x="11030969" y="4164806"/>
              <a:ext cx="6148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A95BAD2-317C-FC65-B925-E39DAC0492D3}"/>
                </a:ext>
              </a:extLst>
            </p:cNvPr>
            <p:cNvGrpSpPr/>
            <p:nvPr/>
          </p:nvGrpSpPr>
          <p:grpSpPr>
            <a:xfrm>
              <a:off x="11637869" y="3708108"/>
              <a:ext cx="1728000" cy="918000"/>
              <a:chOff x="997835" y="2259810"/>
              <a:chExt cx="1728000" cy="1080000"/>
            </a:xfrm>
          </p:grpSpPr>
          <p:sp>
            <p:nvSpPr>
              <p:cNvPr id="91" name="Diamond 90">
                <a:extLst>
                  <a:ext uri="{FF2B5EF4-FFF2-40B4-BE49-F238E27FC236}">
                    <a16:creationId xmlns:a16="http://schemas.microsoft.com/office/drawing/2014/main" id="{2394371D-725E-6CB2-869C-230DADB13EE1}"/>
                  </a:ext>
                </a:extLst>
              </p:cNvPr>
              <p:cNvSpPr/>
              <p:nvPr/>
            </p:nvSpPr>
            <p:spPr>
              <a:xfrm>
                <a:off x="997835" y="2259810"/>
                <a:ext cx="1728000" cy="1080000"/>
              </a:xfrm>
              <a:prstGeom prst="diamond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F0A5E40-D67C-176A-CDBF-4A3ED2D2FDDD}"/>
                  </a:ext>
                </a:extLst>
              </p:cNvPr>
              <p:cNvSpPr txBox="1"/>
              <p:nvPr/>
            </p:nvSpPr>
            <p:spPr>
              <a:xfrm>
                <a:off x="1288071" y="2508703"/>
                <a:ext cx="1306102" cy="506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fr-CH" sz="11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s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</a:t>
                </a:r>
                <a:r>
                  <a:rPr lang="fr-CH" sz="1100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2CA0B50-8B16-95C8-39F7-88785EA2DA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504633" y="4633470"/>
              <a:ext cx="1" cy="47919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BAE8BC8-F5BE-2E1A-AD15-261DA96DEE89}"/>
                </a:ext>
              </a:extLst>
            </p:cNvPr>
            <p:cNvGrpSpPr/>
            <p:nvPr/>
          </p:nvGrpSpPr>
          <p:grpSpPr>
            <a:xfrm>
              <a:off x="11654854" y="5103019"/>
              <a:ext cx="1728000" cy="468000"/>
              <a:chOff x="1034778" y="1288815"/>
              <a:chExt cx="1731645" cy="475044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76F19F67-0F69-A709-146E-EE858DF023A2}"/>
                  </a:ext>
                </a:extLst>
              </p:cNvPr>
              <p:cNvSpPr/>
              <p:nvPr/>
            </p:nvSpPr>
            <p:spPr>
              <a:xfrm>
                <a:off x="1034778" y="1288815"/>
                <a:ext cx="1731645" cy="4750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0DB5F91-4B39-AD2C-8595-ADF64DC567E7}"/>
                  </a:ext>
                </a:extLst>
              </p:cNvPr>
              <p:cNvSpPr txBox="1"/>
              <p:nvPr/>
            </p:nvSpPr>
            <p:spPr>
              <a:xfrm>
                <a:off x="1247866" y="1387838"/>
                <a:ext cx="1398705" cy="265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×(</a:t>
                </a:r>
                <a:r>
                  <a:rPr lang="fr-CH" sz="1100" i="1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fr-CH" sz="11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A4827B5-D3A3-E38A-FD7B-1882114D3D9E}"/>
                </a:ext>
              </a:extLst>
            </p:cNvPr>
            <p:cNvGrpSpPr/>
            <p:nvPr/>
          </p:nvGrpSpPr>
          <p:grpSpPr>
            <a:xfrm>
              <a:off x="14000403" y="3720589"/>
              <a:ext cx="1728000" cy="918000"/>
              <a:chOff x="997835" y="2259810"/>
              <a:chExt cx="1728000" cy="1080000"/>
            </a:xfrm>
          </p:grpSpPr>
          <p:sp>
            <p:nvSpPr>
              <p:cNvPr id="87" name="Diamond 86">
                <a:extLst>
                  <a:ext uri="{FF2B5EF4-FFF2-40B4-BE49-F238E27FC236}">
                    <a16:creationId xmlns:a16="http://schemas.microsoft.com/office/drawing/2014/main" id="{98144F9F-1983-BCA5-9031-63845419EFFC}"/>
                  </a:ext>
                </a:extLst>
              </p:cNvPr>
              <p:cNvSpPr/>
              <p:nvPr/>
            </p:nvSpPr>
            <p:spPr>
              <a:xfrm>
                <a:off x="997835" y="2259810"/>
                <a:ext cx="1728000" cy="1080000"/>
              </a:xfrm>
              <a:prstGeom prst="diamond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3A2F21E-B851-5589-64D1-34226C92C660}"/>
                  </a:ext>
                </a:extLst>
              </p:cNvPr>
              <p:cNvSpPr txBox="1"/>
              <p:nvPr/>
            </p:nvSpPr>
            <p:spPr>
              <a:xfrm>
                <a:off x="1288071" y="2508703"/>
                <a:ext cx="1306102" cy="506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fr-CH" sz="11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s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&lt; </a:t>
                </a:r>
                <a:r>
                  <a:rPr lang="fr-CH" sz="11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023C18D-CC30-EE67-8B93-9D4949BA21A4}"/>
                </a:ext>
              </a:extLst>
            </p:cNvPr>
            <p:cNvCxnSpPr>
              <a:cxnSpLocks/>
            </p:cNvCxnSpPr>
            <p:nvPr/>
          </p:nvCxnSpPr>
          <p:spPr>
            <a:xfrm>
              <a:off x="13386859" y="4169298"/>
              <a:ext cx="6148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FF4A8AC3-4E36-DC85-4796-5DF2414C01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0442" y="4646036"/>
              <a:ext cx="1" cy="47919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8265F0A-9CFC-00D7-0325-516CD12E5514}"/>
                </a:ext>
              </a:extLst>
            </p:cNvPr>
            <p:cNvGrpSpPr/>
            <p:nvPr/>
          </p:nvGrpSpPr>
          <p:grpSpPr>
            <a:xfrm>
              <a:off x="13994017" y="5103019"/>
              <a:ext cx="1728000" cy="468000"/>
              <a:chOff x="1034778" y="1288815"/>
              <a:chExt cx="1731645" cy="475044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F8341296-31AE-1A06-4CB2-0A2DCE660751}"/>
                  </a:ext>
                </a:extLst>
              </p:cNvPr>
              <p:cNvSpPr/>
              <p:nvPr/>
            </p:nvSpPr>
            <p:spPr>
              <a:xfrm>
                <a:off x="1034778" y="1288815"/>
                <a:ext cx="1731645" cy="4750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BCA0219-71E5-4D91-14A1-83E448638912}"/>
                  </a:ext>
                </a:extLst>
              </p:cNvPr>
              <p:cNvSpPr txBox="1"/>
              <p:nvPr/>
            </p:nvSpPr>
            <p:spPr>
              <a:xfrm>
                <a:off x="1247866" y="1387838"/>
                <a:ext cx="1398705" cy="265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×(</a:t>
                </a:r>
                <a:r>
                  <a:rPr lang="fr-CH" sz="1100" i="1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fr-CH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fr-CH" sz="11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E11D386-A71F-B543-34AB-E4C59250BFD3}"/>
                </a:ext>
              </a:extLst>
            </p:cNvPr>
            <p:cNvSpPr txBox="1"/>
            <p:nvPr/>
          </p:nvSpPr>
          <p:spPr>
            <a:xfrm>
              <a:off x="2794516" y="3847688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Faux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B316706-5082-A7C2-9E2E-A02E987AE323}"/>
                </a:ext>
              </a:extLst>
            </p:cNvPr>
            <p:cNvSpPr txBox="1"/>
            <p:nvPr/>
          </p:nvSpPr>
          <p:spPr>
            <a:xfrm>
              <a:off x="8696723" y="3885470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Faux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C6929AA-D68C-5AD4-330A-330CD815F6E0}"/>
                </a:ext>
              </a:extLst>
            </p:cNvPr>
            <p:cNvSpPr txBox="1"/>
            <p:nvPr/>
          </p:nvSpPr>
          <p:spPr>
            <a:xfrm>
              <a:off x="13380307" y="3858110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Faux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6FD96DB-9526-0092-5264-B84B17ABEE45}"/>
                </a:ext>
              </a:extLst>
            </p:cNvPr>
            <p:cNvSpPr txBox="1"/>
            <p:nvPr/>
          </p:nvSpPr>
          <p:spPr>
            <a:xfrm>
              <a:off x="11045320" y="385810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Faux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FB2E09A-F348-F607-6EDA-637955AF9DFF}"/>
                </a:ext>
              </a:extLst>
            </p:cNvPr>
            <p:cNvSpPr txBox="1"/>
            <p:nvPr/>
          </p:nvSpPr>
          <p:spPr>
            <a:xfrm>
              <a:off x="1800256" y="4653042"/>
              <a:ext cx="4495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Vrai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01A9B6F-2A8A-411E-C16F-9D0D72C78B23}"/>
                </a:ext>
              </a:extLst>
            </p:cNvPr>
            <p:cNvSpPr txBox="1"/>
            <p:nvPr/>
          </p:nvSpPr>
          <p:spPr>
            <a:xfrm>
              <a:off x="7359380" y="3272563"/>
              <a:ext cx="4495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Vrai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E49B483-C9E8-84A7-B391-6D6F21D6DF30}"/>
                </a:ext>
              </a:extLst>
            </p:cNvPr>
            <p:cNvSpPr txBox="1"/>
            <p:nvPr/>
          </p:nvSpPr>
          <p:spPr>
            <a:xfrm>
              <a:off x="7377034" y="4681312"/>
              <a:ext cx="4495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Vrai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D7479DD-26FC-A54B-7CF9-376E08F11502}"/>
                </a:ext>
              </a:extLst>
            </p:cNvPr>
            <p:cNvSpPr txBox="1"/>
            <p:nvPr/>
          </p:nvSpPr>
          <p:spPr>
            <a:xfrm>
              <a:off x="9716140" y="4675545"/>
              <a:ext cx="4495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Vrai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1C8FF51-7626-FE0F-FC60-3947D8453E54}"/>
                </a:ext>
              </a:extLst>
            </p:cNvPr>
            <p:cNvSpPr txBox="1"/>
            <p:nvPr/>
          </p:nvSpPr>
          <p:spPr>
            <a:xfrm>
              <a:off x="315066" y="5049561"/>
              <a:ext cx="7344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Exécuter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841B89B-2110-9668-3691-61D9A8A5464E}"/>
                </a:ext>
              </a:extLst>
            </p:cNvPr>
            <p:cNvSpPr txBox="1"/>
            <p:nvPr/>
          </p:nvSpPr>
          <p:spPr>
            <a:xfrm>
              <a:off x="1891307" y="5834967"/>
              <a:ext cx="7344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Exécuter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EA1662E-35DA-BEFB-612C-ED57F3226E89}"/>
                </a:ext>
              </a:extLst>
            </p:cNvPr>
            <p:cNvGrpSpPr/>
            <p:nvPr/>
          </p:nvGrpSpPr>
          <p:grpSpPr>
            <a:xfrm>
              <a:off x="13945370" y="1280626"/>
              <a:ext cx="1728000" cy="468000"/>
              <a:chOff x="1034778" y="1288815"/>
              <a:chExt cx="1731645" cy="475044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5E352E47-56DD-1265-6505-E7D8755AF4B8}"/>
                  </a:ext>
                </a:extLst>
              </p:cNvPr>
              <p:cNvSpPr/>
              <p:nvPr/>
            </p:nvSpPr>
            <p:spPr>
              <a:xfrm>
                <a:off x="1034778" y="1288815"/>
                <a:ext cx="1731645" cy="4750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1CEECB9-AAB8-BB37-2203-FB9560D4FE58}"/>
                  </a:ext>
                </a:extLst>
              </p:cNvPr>
              <p:cNvSpPr txBox="1"/>
              <p:nvPr/>
            </p:nvSpPr>
            <p:spPr>
              <a:xfrm>
                <a:off x="1367718" y="1384623"/>
                <a:ext cx="1398705" cy="265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Convergence</a:t>
                </a:r>
              </a:p>
            </p:txBody>
          </p:sp>
        </p:grp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6BE2B19-958D-CFF5-EF3B-BBE1FC9048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65871" y="3170012"/>
              <a:ext cx="0" cy="54634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EDE98EB-039A-CE84-3055-2EAA1C95783B}"/>
                </a:ext>
              </a:extLst>
            </p:cNvPr>
            <p:cNvGrpSpPr/>
            <p:nvPr/>
          </p:nvGrpSpPr>
          <p:grpSpPr>
            <a:xfrm>
              <a:off x="14000403" y="2240275"/>
              <a:ext cx="1728000" cy="918000"/>
              <a:chOff x="997835" y="2259810"/>
              <a:chExt cx="1728000" cy="1080000"/>
            </a:xfrm>
          </p:grpSpPr>
          <p:sp>
            <p:nvSpPr>
              <p:cNvPr id="81" name="Diamond 80">
                <a:extLst>
                  <a:ext uri="{FF2B5EF4-FFF2-40B4-BE49-F238E27FC236}">
                    <a16:creationId xmlns:a16="http://schemas.microsoft.com/office/drawing/2014/main" id="{6F516B38-FABA-0362-F17A-FD5AD40BDC91}"/>
                  </a:ext>
                </a:extLst>
              </p:cNvPr>
              <p:cNvSpPr/>
              <p:nvPr/>
            </p:nvSpPr>
            <p:spPr>
              <a:xfrm>
                <a:off x="997835" y="2259810"/>
                <a:ext cx="1728000" cy="1080000"/>
              </a:xfrm>
              <a:prstGeom prst="diamond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A9BC1FE-203B-298E-277F-B66E43E1356C}"/>
                  </a:ext>
                </a:extLst>
              </p:cNvPr>
              <p:cNvSpPr txBox="1"/>
              <p:nvPr/>
            </p:nvSpPr>
            <p:spPr>
              <a:xfrm>
                <a:off x="1288071" y="2508703"/>
                <a:ext cx="1306102" cy="506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H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fr-CH" sz="11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d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max,j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fr-CH" sz="11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d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p:grp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2D721BE3-267E-5EC1-57F4-581E999FFB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868636" y="1758202"/>
              <a:ext cx="1" cy="47919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2B9C462-EECC-5E09-DA39-7B95BA5E2234}"/>
                </a:ext>
              </a:extLst>
            </p:cNvPr>
            <p:cNvSpPr txBox="1"/>
            <p:nvPr/>
          </p:nvSpPr>
          <p:spPr>
            <a:xfrm>
              <a:off x="14414856" y="4657742"/>
              <a:ext cx="4495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Vrai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3B29878-DF08-B217-70B1-F327EB78C9B9}"/>
                </a:ext>
              </a:extLst>
            </p:cNvPr>
            <p:cNvSpPr txBox="1"/>
            <p:nvPr/>
          </p:nvSpPr>
          <p:spPr>
            <a:xfrm>
              <a:off x="12081645" y="4653042"/>
              <a:ext cx="4495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Vrai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C73186-F648-F2A3-F33C-5C39E8DFD864}"/>
                </a:ext>
              </a:extLst>
            </p:cNvPr>
            <p:cNvSpPr txBox="1"/>
            <p:nvPr/>
          </p:nvSpPr>
          <p:spPr>
            <a:xfrm>
              <a:off x="14451247" y="3304683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Faux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3B0592C-389F-EBEF-6BDC-191BCFBBF8ED}"/>
                </a:ext>
              </a:extLst>
            </p:cNvPr>
            <p:cNvSpPr txBox="1"/>
            <p:nvPr/>
          </p:nvSpPr>
          <p:spPr>
            <a:xfrm>
              <a:off x="14395744" y="1949994"/>
              <a:ext cx="4495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Vrai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FA62F52-BABB-AF93-3230-315DDC9FE4C3}"/>
                </a:ext>
              </a:extLst>
            </p:cNvPr>
            <p:cNvGrpSpPr/>
            <p:nvPr/>
          </p:nvGrpSpPr>
          <p:grpSpPr>
            <a:xfrm>
              <a:off x="10460187" y="2466211"/>
              <a:ext cx="1728000" cy="468000"/>
              <a:chOff x="1034778" y="1288815"/>
              <a:chExt cx="1731645" cy="475044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9D555BA0-AB3A-E535-0B3B-AB7BE64DB557}"/>
                  </a:ext>
                </a:extLst>
              </p:cNvPr>
              <p:cNvSpPr/>
              <p:nvPr/>
            </p:nvSpPr>
            <p:spPr>
              <a:xfrm>
                <a:off x="1034778" y="1288815"/>
                <a:ext cx="1731645" cy="4750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726FE85-871D-D1C0-43E5-CEEBF02D958C}"/>
                  </a:ext>
                </a:extLst>
              </p:cNvPr>
              <p:cNvSpPr txBox="1"/>
              <p:nvPr/>
            </p:nvSpPr>
            <p:spPr>
              <a:xfrm>
                <a:off x="1247866" y="1387838"/>
                <a:ext cx="1398705" cy="265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H" sz="11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d</a:t>
                </a:r>
                <a:r>
                  <a:rPr lang="fr-CH" sz="11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max,j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fr-CH" sz="1100" i="1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d</a:t>
                </a:r>
                <a:r>
                  <a:rPr lang="fr-CH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max,j+1</a:t>
                </a:r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p:grp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64DC96B2-DDAA-CB28-D63F-EF87422252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185614" y="2701605"/>
              <a:ext cx="180840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EC6C8763-02E3-066A-7364-4E10120B51F0}"/>
                </a:ext>
              </a:extLst>
            </p:cNvPr>
            <p:cNvCxnSpPr>
              <a:cxnSpLocks/>
              <a:stCxn id="79" idx="1"/>
              <a:endCxn id="101" idx="3"/>
            </p:cNvCxnSpPr>
            <p:nvPr/>
          </p:nvCxnSpPr>
          <p:spPr>
            <a:xfrm flipH="1">
              <a:off x="8676228" y="2700211"/>
              <a:ext cx="1783959" cy="361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5137F35-F991-928F-D29B-455213A4360F}"/>
                </a:ext>
              </a:extLst>
            </p:cNvPr>
            <p:cNvSpPr txBox="1"/>
            <p:nvPr/>
          </p:nvSpPr>
          <p:spPr>
            <a:xfrm>
              <a:off x="12916873" y="2441701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Faux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21CF0D7-46E8-7F20-A09F-B511C7E01974}"/>
                </a:ext>
              </a:extLst>
            </p:cNvPr>
            <p:cNvSpPr txBox="1"/>
            <p:nvPr/>
          </p:nvSpPr>
          <p:spPr>
            <a:xfrm>
              <a:off x="9185908" y="2445590"/>
              <a:ext cx="7344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Exécuter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7713E0F-5E68-624D-80CA-5DDE56578148}"/>
                </a:ext>
              </a:extLst>
            </p:cNvPr>
            <p:cNvGrpSpPr/>
            <p:nvPr/>
          </p:nvGrpSpPr>
          <p:grpSpPr>
            <a:xfrm>
              <a:off x="6948229" y="1277908"/>
              <a:ext cx="1727999" cy="470718"/>
              <a:chOff x="1034778" y="1288815"/>
              <a:chExt cx="1731645" cy="477802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24D54B08-0C6C-42DE-F8DC-AD327824A774}"/>
                  </a:ext>
                </a:extLst>
              </p:cNvPr>
              <p:cNvSpPr/>
              <p:nvPr/>
            </p:nvSpPr>
            <p:spPr>
              <a:xfrm>
                <a:off x="1034778" y="1288815"/>
                <a:ext cx="1731645" cy="4750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sz="110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04EAFD8-F5BE-6075-F500-9EA6B951BBA8}"/>
                  </a:ext>
                </a:extLst>
              </p:cNvPr>
              <p:cNvSpPr txBox="1"/>
              <p:nvPr/>
            </p:nvSpPr>
            <p:spPr>
              <a:xfrm>
                <a:off x="1097782" y="1329245"/>
                <a:ext cx="1588572" cy="437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H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Nombre maximal d'itérations atteint</a:t>
                </a:r>
              </a:p>
            </p:txBody>
          </p:sp>
        </p:grp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E1F7EBDF-ED4B-A074-62CE-4ED8C554C8B6}"/>
                </a:ext>
              </a:extLst>
            </p:cNvPr>
            <p:cNvCxnSpPr>
              <a:cxnSpLocks/>
              <a:endCxn id="78" idx="2"/>
            </p:cNvCxnSpPr>
            <p:nvPr/>
          </p:nvCxnSpPr>
          <p:spPr>
            <a:xfrm flipH="1" flipV="1">
              <a:off x="7803714" y="1748626"/>
              <a:ext cx="6349" cy="489858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7118C2B-E4BA-893A-AC66-86714111318D}"/>
                </a:ext>
              </a:extLst>
            </p:cNvPr>
            <p:cNvSpPr txBox="1"/>
            <p:nvPr/>
          </p:nvSpPr>
          <p:spPr>
            <a:xfrm>
              <a:off x="7337931" y="1910567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Faux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5AAA3FA-79D9-D957-51DB-5EEA57863ABB}"/>
                </a:ext>
              </a:extLst>
            </p:cNvPr>
            <p:cNvSpPr txBox="1"/>
            <p:nvPr/>
          </p:nvSpPr>
          <p:spPr>
            <a:xfrm>
              <a:off x="12081645" y="5881445"/>
              <a:ext cx="34142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CH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Sauter si les sections de câble sont déterminées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AB8535B-9595-F8BD-C59F-C05A9A65E9A7}"/>
                </a:ext>
              </a:extLst>
            </p:cNvPr>
            <p:cNvSpPr/>
            <p:nvPr/>
          </p:nvSpPr>
          <p:spPr>
            <a:xfrm>
              <a:off x="11495317" y="3552311"/>
              <a:ext cx="4328870" cy="222617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</p:spTree>
    <p:extLst>
      <p:ext uri="{BB962C8B-B14F-4D97-AF65-F5344CB8AC3E}">
        <p14:creationId xmlns:p14="http://schemas.microsoft.com/office/powerpoint/2010/main" val="1969587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Symbol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Hammad El Jisr</dc:creator>
  <cp:lastModifiedBy>Hammad El Jisr</cp:lastModifiedBy>
  <cp:revision>2</cp:revision>
  <dcterms:created xsi:type="dcterms:W3CDTF">2024-03-22T09:14:26Z</dcterms:created>
  <dcterms:modified xsi:type="dcterms:W3CDTF">2024-03-22T09:15:24Z</dcterms:modified>
</cp:coreProperties>
</file>